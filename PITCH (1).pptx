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DM Serif Display" charset="1" panose="00000000000000000000"/>
      <p:regular r:id="rId12"/>
    </p:embeddedFont>
    <p:embeddedFont>
      <p:font typeface="Open Sauce" charset="1" panose="00000500000000000000"/>
      <p:regular r:id="rId13"/>
    </p:embeddedFont>
    <p:embeddedFont>
      <p:font typeface="Open Sauce Bold" charset="1" panose="000008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2" Target="../media/image2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180543" y="1800394"/>
            <a:ext cx="9316373" cy="4394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640"/>
              </a:lnSpc>
            </a:pPr>
            <a:r>
              <a:rPr lang="en-US" sz="126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Análise de Sentimentos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885268" y="6653907"/>
            <a:ext cx="9926914" cy="521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spc="30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de forma estratégica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671329" y="8480425"/>
            <a:ext cx="2945342" cy="537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Eloísa Medeiros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418762" y="9142095"/>
            <a:ext cx="3450476" cy="273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ENGENHARIA DE DADOS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338100" y="6050415"/>
            <a:ext cx="7949900" cy="5428568"/>
          </a:xfrm>
          <a:custGeom>
            <a:avLst/>
            <a:gdLst/>
            <a:ahLst/>
            <a:cxnLst/>
            <a:rect r="r" b="b" t="t" l="l"/>
            <a:pathLst>
              <a:path h="5428568" w="7949900">
                <a:moveTo>
                  <a:pt x="0" y="0"/>
                </a:moveTo>
                <a:lnTo>
                  <a:pt x="7949900" y="0"/>
                </a:lnTo>
                <a:lnTo>
                  <a:pt x="7949900" y="5428568"/>
                </a:lnTo>
                <a:lnTo>
                  <a:pt x="0" y="54285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991" t="-7310" r="-4991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67166" y="1399528"/>
            <a:ext cx="16492134" cy="4650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91"/>
              </a:lnSpc>
            </a:pPr>
            <a:r>
              <a:rPr lang="en-US" sz="8851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Imagine que você soubesse o que seus clientes pensam da sua empresa em tempo real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00192" y="8720800"/>
            <a:ext cx="991777" cy="97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62"/>
              </a:lnSpc>
              <a:spcBef>
                <a:spcPct val="0"/>
              </a:spcBef>
            </a:pPr>
            <a:r>
              <a:rPr lang="en-US" sz="5687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😄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36123" y="7793228"/>
            <a:ext cx="985155" cy="973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09"/>
              </a:lnSpc>
              <a:spcBef>
                <a:spcPct val="0"/>
              </a:spcBef>
            </a:pPr>
            <a:r>
              <a:rPr lang="en-US" sz="564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😢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39569" y="7793228"/>
            <a:ext cx="985495" cy="973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11"/>
              </a:lnSpc>
              <a:spcBef>
                <a:spcPct val="0"/>
              </a:spcBef>
            </a:pPr>
            <a:r>
              <a:rPr lang="en-US" sz="5651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😠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166399" y="1233825"/>
            <a:ext cx="10399168" cy="1085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O que muda?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165094" y="2809116"/>
            <a:ext cx="5303022" cy="1256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2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Identificação imediata de problemas</a:t>
            </a:r>
          </a:p>
        </p:txBody>
      </p:sp>
      <p:sp>
        <p:nvSpPr>
          <p:cNvPr name="AutoShape 6" id="6"/>
          <p:cNvSpPr/>
          <p:nvPr/>
        </p:nvSpPr>
        <p:spPr>
          <a:xfrm>
            <a:off x="1175924" y="5715000"/>
            <a:ext cx="1593615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747424" y="3785659"/>
            <a:ext cx="0" cy="1940701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5710820" y="7153275"/>
            <a:ext cx="5845222" cy="1256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2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Busca por aprimoramento do serviço/produto</a:t>
            </a:r>
          </a:p>
        </p:txBody>
      </p:sp>
      <p:sp>
        <p:nvSpPr>
          <p:cNvPr name="AutoShape 9" id="9"/>
          <p:cNvSpPr/>
          <p:nvPr/>
        </p:nvSpPr>
        <p:spPr>
          <a:xfrm>
            <a:off x="5348870" y="5684662"/>
            <a:ext cx="0" cy="1940701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TextBox 10" id="10"/>
          <p:cNvSpPr txBox="true"/>
          <p:nvPr/>
        </p:nvSpPr>
        <p:spPr>
          <a:xfrm rot="0">
            <a:off x="10088729" y="2809116"/>
            <a:ext cx="5312397" cy="1256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2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Resposta imediata aos feedback em tempo real</a:t>
            </a:r>
          </a:p>
        </p:txBody>
      </p:sp>
      <p:sp>
        <p:nvSpPr>
          <p:cNvPr name="AutoShape 11" id="11"/>
          <p:cNvSpPr/>
          <p:nvPr/>
        </p:nvSpPr>
        <p:spPr>
          <a:xfrm>
            <a:off x="9707729" y="3785659"/>
            <a:ext cx="0" cy="1940701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13680650" y="7116109"/>
            <a:ext cx="4607350" cy="1256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2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Tomadas de decisão assertiva</a:t>
            </a:r>
          </a:p>
        </p:txBody>
      </p:sp>
      <p:sp>
        <p:nvSpPr>
          <p:cNvPr name="AutoShape 13" id="13"/>
          <p:cNvSpPr/>
          <p:nvPr/>
        </p:nvSpPr>
        <p:spPr>
          <a:xfrm>
            <a:off x="13309175" y="5684662"/>
            <a:ext cx="0" cy="1940701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none" len="sm" w="sm"/>
            <a:tailEnd type="oval" len="lg" w="lg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1166399" y="3491019"/>
            <a:ext cx="5026555" cy="5026555"/>
            <a:chOff x="0" y="0"/>
            <a:chExt cx="4489857" cy="44898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89857" cy="4489857"/>
            </a:xfrm>
            <a:custGeom>
              <a:avLst/>
              <a:gdLst/>
              <a:ahLst/>
              <a:cxnLst/>
              <a:rect r="r" b="b" t="t" l="l"/>
              <a:pathLst>
                <a:path h="4489857" w="4489857">
                  <a:moveTo>
                    <a:pt x="22991" y="0"/>
                  </a:moveTo>
                  <a:lnTo>
                    <a:pt x="4466866" y="0"/>
                  </a:lnTo>
                  <a:cubicBezTo>
                    <a:pt x="4479564" y="0"/>
                    <a:pt x="4489857" y="10293"/>
                    <a:pt x="4489857" y="22991"/>
                  </a:cubicBezTo>
                  <a:lnTo>
                    <a:pt x="4489857" y="4466866"/>
                  </a:lnTo>
                  <a:cubicBezTo>
                    <a:pt x="4489857" y="4479564"/>
                    <a:pt x="4479564" y="4489857"/>
                    <a:pt x="4466866" y="4489857"/>
                  </a:cubicBezTo>
                  <a:lnTo>
                    <a:pt x="22991" y="4489857"/>
                  </a:lnTo>
                  <a:cubicBezTo>
                    <a:pt x="10293" y="4489857"/>
                    <a:pt x="0" y="4479564"/>
                    <a:pt x="0" y="4466866"/>
                  </a:cubicBezTo>
                  <a:lnTo>
                    <a:pt x="0" y="22991"/>
                  </a:lnTo>
                  <a:cubicBezTo>
                    <a:pt x="0" y="10293"/>
                    <a:pt x="10293" y="0"/>
                    <a:pt x="22991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489857" cy="45374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335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6630723" y="3491019"/>
            <a:ext cx="5026555" cy="5026555"/>
            <a:chOff x="0" y="0"/>
            <a:chExt cx="4489857" cy="448985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89857" cy="4489857"/>
            </a:xfrm>
            <a:custGeom>
              <a:avLst/>
              <a:gdLst/>
              <a:ahLst/>
              <a:cxnLst/>
              <a:rect r="r" b="b" t="t" l="l"/>
              <a:pathLst>
                <a:path h="4489857" w="4489857">
                  <a:moveTo>
                    <a:pt x="22991" y="0"/>
                  </a:moveTo>
                  <a:lnTo>
                    <a:pt x="4466866" y="0"/>
                  </a:lnTo>
                  <a:cubicBezTo>
                    <a:pt x="4479564" y="0"/>
                    <a:pt x="4489857" y="10293"/>
                    <a:pt x="4489857" y="22991"/>
                  </a:cubicBezTo>
                  <a:lnTo>
                    <a:pt x="4489857" y="4466866"/>
                  </a:lnTo>
                  <a:cubicBezTo>
                    <a:pt x="4489857" y="4479564"/>
                    <a:pt x="4479564" y="4489857"/>
                    <a:pt x="4466866" y="4489857"/>
                  </a:cubicBezTo>
                  <a:lnTo>
                    <a:pt x="22991" y="4489857"/>
                  </a:lnTo>
                  <a:cubicBezTo>
                    <a:pt x="10293" y="4489857"/>
                    <a:pt x="0" y="4479564"/>
                    <a:pt x="0" y="4466866"/>
                  </a:cubicBezTo>
                  <a:lnTo>
                    <a:pt x="0" y="22991"/>
                  </a:lnTo>
                  <a:cubicBezTo>
                    <a:pt x="0" y="10293"/>
                    <a:pt x="10293" y="0"/>
                    <a:pt x="22991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4489857" cy="45374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095047" y="3491019"/>
            <a:ext cx="5026555" cy="5026555"/>
            <a:chOff x="0" y="0"/>
            <a:chExt cx="4489857" cy="448985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89857" cy="4489857"/>
            </a:xfrm>
            <a:custGeom>
              <a:avLst/>
              <a:gdLst/>
              <a:ahLst/>
              <a:cxnLst/>
              <a:rect r="r" b="b" t="t" l="l"/>
              <a:pathLst>
                <a:path h="4489857" w="4489857">
                  <a:moveTo>
                    <a:pt x="22991" y="0"/>
                  </a:moveTo>
                  <a:lnTo>
                    <a:pt x="4466866" y="0"/>
                  </a:lnTo>
                  <a:cubicBezTo>
                    <a:pt x="4479564" y="0"/>
                    <a:pt x="4489857" y="10293"/>
                    <a:pt x="4489857" y="22991"/>
                  </a:cubicBezTo>
                  <a:lnTo>
                    <a:pt x="4489857" y="4466866"/>
                  </a:lnTo>
                  <a:cubicBezTo>
                    <a:pt x="4489857" y="4479564"/>
                    <a:pt x="4479564" y="4489857"/>
                    <a:pt x="4466866" y="4489857"/>
                  </a:cubicBezTo>
                  <a:lnTo>
                    <a:pt x="22991" y="4489857"/>
                  </a:lnTo>
                  <a:cubicBezTo>
                    <a:pt x="10293" y="4489857"/>
                    <a:pt x="0" y="4479564"/>
                    <a:pt x="0" y="4466866"/>
                  </a:cubicBezTo>
                  <a:lnTo>
                    <a:pt x="0" y="22991"/>
                  </a:lnTo>
                  <a:cubicBezTo>
                    <a:pt x="0" y="10293"/>
                    <a:pt x="10293" y="0"/>
                    <a:pt x="22991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489857" cy="45374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8567267" y="4318533"/>
            <a:ext cx="1153465" cy="1215337"/>
          </a:xfrm>
          <a:custGeom>
            <a:avLst/>
            <a:gdLst/>
            <a:ahLst/>
            <a:cxnLst/>
            <a:rect r="r" b="b" t="t" l="l"/>
            <a:pathLst>
              <a:path h="1215337" w="1153465">
                <a:moveTo>
                  <a:pt x="0" y="0"/>
                </a:moveTo>
                <a:lnTo>
                  <a:pt x="1153466" y="0"/>
                </a:lnTo>
                <a:lnTo>
                  <a:pt x="1153466" y="1215337"/>
                </a:lnTo>
                <a:lnTo>
                  <a:pt x="0" y="12153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926777" y="4318533"/>
            <a:ext cx="1363095" cy="1215337"/>
          </a:xfrm>
          <a:custGeom>
            <a:avLst/>
            <a:gdLst/>
            <a:ahLst/>
            <a:cxnLst/>
            <a:rect r="r" b="b" t="t" l="l"/>
            <a:pathLst>
              <a:path h="1215337" w="1363095">
                <a:moveTo>
                  <a:pt x="0" y="0"/>
                </a:moveTo>
                <a:lnTo>
                  <a:pt x="1363095" y="0"/>
                </a:lnTo>
                <a:lnTo>
                  <a:pt x="1363095" y="1215337"/>
                </a:lnTo>
                <a:lnTo>
                  <a:pt x="0" y="121533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949943" y="4318533"/>
            <a:ext cx="1459466" cy="1215337"/>
          </a:xfrm>
          <a:custGeom>
            <a:avLst/>
            <a:gdLst/>
            <a:ahLst/>
            <a:cxnLst/>
            <a:rect r="r" b="b" t="t" l="l"/>
            <a:pathLst>
              <a:path h="1215337" w="1459466">
                <a:moveTo>
                  <a:pt x="0" y="0"/>
                </a:moveTo>
                <a:lnTo>
                  <a:pt x="1459466" y="0"/>
                </a:lnTo>
                <a:lnTo>
                  <a:pt x="1459466" y="1215337"/>
                </a:lnTo>
                <a:lnTo>
                  <a:pt x="0" y="121533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150630" y="1233825"/>
            <a:ext cx="11728957" cy="1085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O cliente é a chave do negócio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41259" y="6004245"/>
            <a:ext cx="4276833" cy="1658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Ouvir o cliente é se importar e garantir fidelização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4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005583" y="6004245"/>
            <a:ext cx="4276833" cy="1658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 melhora do serviço é o método eficaz para obter resultados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469907" y="6004245"/>
            <a:ext cx="4276833" cy="2220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 satisfação do cliente</a:t>
            </a:r>
          </a:p>
          <a:p>
            <a:pPr algn="ctr" marL="0" indent="0" lvl="0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evidencia a necessidade do produto/serviço no mercado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2639139" y="1348125"/>
            <a:ext cx="1031986" cy="900642"/>
          </a:xfrm>
          <a:custGeom>
            <a:avLst/>
            <a:gdLst/>
            <a:ahLst/>
            <a:cxnLst/>
            <a:rect r="r" b="b" t="t" l="l"/>
            <a:pathLst>
              <a:path h="900642" w="1031986">
                <a:moveTo>
                  <a:pt x="0" y="0"/>
                </a:moveTo>
                <a:lnTo>
                  <a:pt x="1031986" y="0"/>
                </a:lnTo>
                <a:lnTo>
                  <a:pt x="1031986" y="900642"/>
                </a:lnTo>
                <a:lnTo>
                  <a:pt x="0" y="90064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85814" y="3783330"/>
            <a:ext cx="9316373" cy="2453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60"/>
              </a:lnSpc>
            </a:pPr>
            <a:r>
              <a:rPr lang="en-US" sz="144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Dashboard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85814" y="3488512"/>
            <a:ext cx="9316373" cy="2453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60"/>
              </a:lnSpc>
            </a:pPr>
            <a:r>
              <a:rPr lang="en-US" sz="144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Obrigada!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DAG58Ofs3FM</dc:identifier>
  <dcterms:modified xsi:type="dcterms:W3CDTF">2011-08-01T06:04:30Z</dcterms:modified>
  <cp:revision>1</cp:revision>
  <dc:title>PITCH</dc:title>
</cp:coreProperties>
</file>